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hackathon prototype. The core story is trustworthy preparation, bounded model inputs, a small tuned model, and reliable output. Do not claim real fraud accuracy without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inventory counted empty cells. Typed parsing found additional corrupt nonempty amounts and timestamps. Counts below are from 988 unique transaction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is structural, not a claim that a blacklist catches every attack. Only allowlisted numeric values, booleans, and nulls are serialized. Attackers can still falsify numeric facts; this is outside prompt-injection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trains q_proj and v_proj adapters for 120 steps. Prompt tokens are masked from the loss. It saves and reloads the adapter before inference. Training data uses consistent number formatting and a separate synthetic holdout. Sources: https://github.com/ml-explore/mlx-lm/blob/main/mlx_lm/LORA.md and https://huggingface.co/mlx-community/Llama-3.2-1B-Instruct-4bit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adapter is not a full standalone base model. Prompt tokens are masked from training loss. The synthetic holdout uses a different seed but shares the generator. Publication of supplied dummy data was explicitly authorized by the user. Download the checkpoint-1 release; load the base revision plus adapter using the artifact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 browser prototype—not authenticated or tamper-proof. All feedback remains unverified; no automatic training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 exclusion is structural. Falsified numeric data can still affect predictions; this is not universal attack immunity.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From messy banking data to a clear risk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 practical walkthrough of the notebook, model, and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Connect three tables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every source row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Make data defects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Remove untrusted text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Fine-tune a small model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Compare against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Validate every prediction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Export 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Submit the 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Executed locally with Llama 3.2 and the Mac’s Apple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the challenge asks us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Six requirements, each mapped to a visible notebook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01  Clean +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parsing and audited account/customer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02  Resist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strings excluded from the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03  Use a small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Parameter count checked to be below 3B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04  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Train, save, and reload a LoRA adapter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05  Strict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Four fields validated on every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06  Reproducible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Notebook, hashes, versions, audit, adapter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we actually received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implementation follows the supplied files, not just the example description.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1,000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988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 exact duplicate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8 unmatched 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178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 owners resolve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Missing metadata exists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124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fraud-label column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transaction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checks: 27 unusable amounts and 75 unusable timestamps among unique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Three tables become one safe feature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Left joins preserve transactions even when an account or customer cannot be 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behavioral 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23360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10896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611880"/>
            <a:ext cx="27432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Resolve customer owner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Audit conflicts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Check linkage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Exclude personal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7D80"/>
                </a:solidFill>
                <a:latin typeface="Aptos"/>
              </a:defRPr>
            </a:pPr>
            <a:r>
              <a:t>988 decisions → map exact duplicates back → 1,000 output rows in original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Every stage has an explicit output and a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CSVs</a:t>
            </a:r>
          </a:p>
        </p:txBody>
      </p:sp>
      <p:sp>
        <p:nvSpPr>
          <p:cNvPr id="10" name="Chevron 9"/>
          <p:cNvSpPr/>
          <p:nvPr/>
        </p:nvSpPr>
        <p:spPr>
          <a:xfrm>
            <a:off x="231343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Nulls + flags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Linked records</a:t>
            </a:r>
          </a:p>
        </p:txBody>
      </p:sp>
      <p:sp>
        <p:nvSpPr>
          <p:cNvPr id="18" name="Chevron 17"/>
          <p:cNvSpPr/>
          <p:nvPr/>
        </p:nvSpPr>
        <p:spPr>
          <a:xfrm>
            <a:off x="615391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Restrict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features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807415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SLM</a:t>
            </a:r>
          </a:p>
        </p:txBody>
      </p:sp>
      <p:sp>
        <p:nvSpPr>
          <p:cNvPr id="26" name="Chevron 25"/>
          <p:cNvSpPr/>
          <p:nvPr/>
        </p:nvSpPr>
        <p:spPr>
          <a:xfrm>
            <a:off x="999439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955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0324B"/>
                </a:solidFill>
                <a:latin typeface="Aptos"/>
              </a:defRPr>
            </a:pPr>
            <a:r>
              <a:t>Audit files explain what changed; the model never receives raw notes or 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Prompt injection is stopped before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Untrusted data cannot become model instructions through raw text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108960" cy="246888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“Ignore instructions…”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Merchant names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Notes and identifiers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Known feature keys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Bounded numbers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Booleans or null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Fixed system instruction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JSON features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raw text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How the small model makes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Use behavioral combinations, then compare the likelihood of SAFE and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EXAMPLE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New device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Foreign transaction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Amount 12× usual average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SMALL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Llama 3.2 1B Instruct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4-bit MLX conversion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Two candidate answers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Higher-scoring class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Uncalibrated confidence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Evidence-based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96B82"/>
                </a:solidFill>
                <a:latin typeface="Aptos"/>
              </a:defRPr>
            </a:pPr>
            <a:r>
              <a:t>Example only — this slide is not a measured model prediction.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Fine-tuning changes a small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QLoRA keeps the quantized base model fixed and trains additional adapter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Existing language knowledge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weights remain fixed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 baseline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42900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07D80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LoRA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512 synthetic scenarios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short training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 and reload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TUNED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Same evaluation cases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Measured comparison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Improvement not assumed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our evaluation can honestly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No transaction fraud labels were included in the starter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JSON validity and coverage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Injection boundary behavior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Synthetic scenario agreement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Runtime and training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CANNOT CLAIM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Real-world fraud accuracy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True fraud precision or recall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Calibrated probabilities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Guaranteed tuning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output contract is deliberately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Python produces the JSON; the model supplies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{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"transaction_id": "TXN_00001",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"is_fraud": true,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"confidence": 0.92,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"justification": "The model flags risk after considering a new device."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Illustrative output only. Validation checks exact keys, types, finite confidence, and row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entire run happens on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Apple MLX executes model training and inference locally; no cloud GPU is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REPRODUCE 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Open the executed notebook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Use a Python 3.11+ kernel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data/raw beside it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 cells from top to bottom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APPLE SILICON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Apple GPU backend: MLX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16 GB unified memory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Local pinned Llama weights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QLoRA adapter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Submission: show the evidence, 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final package should make the solution easy to run and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Executed cells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Clear assumptions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Reproducible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row order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Unique-ID alternative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Data audit + file hashes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Evaluation + environment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LoRA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Before submitting: run all cells, inspect evaluation.json, then save the executed notebook.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Measured results from the local Llama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These are recorded run results; synthetic agreement is not real fraud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+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1.24B base parameters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QLoRA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122 seconds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EIGHT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agreement: 50%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agreement: 62%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Adapter reload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VALIDATED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1,000 JSON records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Exact schema checked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input order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596B82"/>
                </a:solidFill>
                <a:latin typeface="Aptos"/>
              </a:defRPr>
            </a:pPr>
            <a:r>
              <a:t>Separate 128-case synthetic holdout: 50.0% base → 75.0% tuned; real accuracy unknown.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Metadata cleaning: the baseline gap is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Typed account/customer tables are cleaned, linked, and exported locally.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21 account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26 customer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values + issue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Zero limits and signed balances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source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Conflicts and missing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accounts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customers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Corrupt-metadata fixtures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Dummy data and cleaned results are now public; model prompts still use only typed features.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Fine-tuning checkpoint: inspect, download,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Frozen Llama 3.2 1B (4-bit)  +  trained QLoRA adapter  →  tuned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TRAINED</a:t>
            </a:r>
          </a:p>
          <a:p>
            <a:pPr>
              <a:defRPr sz="2100"/>
            </a:pPr>
            <a:r>
              <a:t>512 synthetic scenarios</a:t>
            </a:r>
          </a:p>
          <a:p>
            <a:pPr>
              <a:defRPr sz="2100"/>
            </a:pPr>
            <a:r>
              <a:t>120 steps; rank 8</a:t>
            </a:r>
          </a:p>
          <a:p>
            <a:pPr>
              <a:defRPr sz="2100"/>
            </a:pPr>
            <a:r>
              <a:t>851,968 trainable weights</a:t>
            </a:r>
          </a:p>
          <a:p>
            <a:pPr>
              <a:defRPr sz="2100"/>
            </a:pPr>
            <a:r>
              <a:t>16 layers: query/value adapters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VERIFIED</a:t>
            </a:r>
          </a:p>
          <a:p>
            <a:pPr>
              <a:defRPr sz="2100"/>
            </a:pPr>
            <a:r>
              <a:t>Adapter saved and reloaded</a:t>
            </a:r>
          </a:p>
          <a:p>
            <a:pPr>
              <a:defRPr sz="2100"/>
            </a:pPr>
            <a:r>
              <a:t>1,000 schema-valid predictions</a:t>
            </a:r>
          </a:p>
          <a:p>
            <a:pPr>
              <a:defRPr sz="2100"/>
            </a:pPr>
            <a:r>
              <a:t>Synthetic holdout: 50% → 75%</a:t>
            </a:r>
          </a:p>
          <a:p>
            <a:pPr>
              <a:defRPr sz="2100"/>
            </a:pPr>
            <a:r>
              <a:t>Real-world accuracy unknown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PUBLISHED</a:t>
            </a:r>
          </a:p>
          <a:p>
            <a:pPr>
              <a:defRPr sz="2100"/>
            </a:pPr>
            <a:r>
              <a:t>Adapter + config + hashes</a:t>
            </a:r>
          </a:p>
          <a:p>
            <a:pPr>
              <a:defRPr sz="2100"/>
            </a:pPr>
            <a:r>
              <a:t>Dummy input CSVs</a:t>
            </a:r>
          </a:p>
          <a:p>
            <a:pPr>
              <a:defRPr sz="2100"/>
            </a:pPr>
            <a:r>
              <a:t>Predictions + cleaning reports</a:t>
            </a:r>
          </a:p>
          <a:p>
            <a:pPr>
              <a:defRPr sz="2100"/>
            </a:pPr>
            <a:r>
              <a:t>GitHub checkpoint 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Built with Llama. Reloading requires the pinned base model and Apple MLX; viewing results does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Data quality: a dashboard without GPU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1,000 source rows → 988 unique transactions → visible quality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Filter by table or field</a:t>
            </a:r>
          </a:p>
          <a:p>
            <a:pPr>
              <a:defRPr sz="2300"/>
            </a:pPr>
            <a:r>
              <a:t>Inspect missing features and broken references</a:t>
            </a:r>
          </a:p>
          <a:p>
            <a:pPr>
              <a:defRPr sz="2300"/>
            </a:pPr>
            <a:r>
              <a:t>Compare counts with explicit denominators</a:t>
            </a:r>
          </a:p>
          <a:p>
            <a:pPr>
              <a:defRPr sz="2300"/>
            </a:pPr>
            <a:r>
              <a:t>Optional missing metadata is not fraud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Self-contained HTML; open offline in a browser. Builder verifies snapshot hashes. Tested in Chrome.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Analyst dashboard: from recorded results to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Overview → category heatmap → review queue → prompt-boundary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Recorded predictions, not live inference</a:t>
            </a:r>
          </a:p>
          <a:p>
            <a:pPr>
              <a:defRPr sz="2300"/>
            </a:pPr>
            <a:r>
              <a:t>Unique-transaction rates and low-sample warnings</a:t>
            </a:r>
          </a:p>
          <a:p>
            <a:pPr>
              <a:defRPr sz="2300"/>
            </a:pPr>
            <a:r>
              <a:t>Amounts separated by currency; no conversion assumptions</a:t>
            </a:r>
          </a:p>
          <a:p>
            <a:pPr>
              <a:defRPr sz="2300"/>
            </a:pPr>
            <a:r>
              <a:t>Injected notes remain outside the fixed typed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model flag is a review signal, not confirmed fraud. No automatic customer blocking.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Feedback capture: opinions stay separate from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Inspect evidence → record assessment → save local history → export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Reviewer alias + UTC timestamp + reason</a:t>
            </a:r>
          </a:p>
          <a:p>
            <a:pPr>
              <a:defRPr sz="2300"/>
            </a:pPr>
            <a:r>
              <a:t>Prediction/data/adapter hashes preserve context</a:t>
            </a:r>
          </a:p>
          <a:p>
            <a:pPr>
              <a:defRPr sz="2300"/>
            </a:pPr>
            <a:r>
              <a:t>JSON import validates IDs and deduplicates events</a:t>
            </a:r>
          </a:p>
          <a:p>
            <a:pPr>
              <a:defRPr sz="2300"/>
            </a:pPr>
            <a:r>
              <a:t>Original model predictions remain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Local browser prototype—not authenticated or tamper-proof. All feedback remains unverified; no automatic training labels.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Injection demonstration on the actual transaction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Select one of 988 cases → type a hostile note → inspect the unchanged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Prompts generated by the real Python pipeline</a:t>
            </a:r>
          </a:p>
          <a:p>
            <a:pPr>
              <a:defRPr sz="2300"/>
            </a:pPr>
            <a:r>
              <a:t>Three attacks tested across all 988 unique cases</a:t>
            </a:r>
          </a:p>
          <a:p>
            <a:pPr>
              <a:defRPr sz="2300"/>
            </a:pPr>
            <a:r>
              <a:t>2,964 poisoned-input comparisons pass</a:t>
            </a:r>
          </a:p>
          <a:p>
            <a:pPr>
              <a:defRPr sz="2300"/>
            </a:pPr>
            <a:r>
              <a:t>Browser displays evidence; it does not rerun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Text exclusion is structural. Falsified numeric data can still affect predictions; this is not universal attack immunity.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