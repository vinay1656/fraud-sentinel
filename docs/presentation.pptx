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 hackathon prototype. The core story is trustworthy preparation, bounded model inputs, a small tuned model, and reliable output. Do not claim real fraud accuracy without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inventory counted empty cells. Typed parsing found additional corrupt nonempty amounts and timestamps. Counts below are from 988 unique transaction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boundary is structural, not a claim that a blacklist catches every attack. Only allowlisted numeric values, booleans, and nulls are serialized. Attackers can still falsify numeric facts; this is outside prompt-injection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notebook trains q_proj and v_proj adapters for 120 steps. Prompt tokens are masked from the loss. It saves and reloads the adapter before inference. Training data uses consistent number formatting and a separate synthetic holdout. Sources: https://github.com/ml-explore/mlx-lm/blob/main/mlx_lm/LORA.md and https://huggingface.co/mlx-community/Llama-3.2-1B-Instruct-4bit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From messy banking data to a clear risk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 practical walkthrough of the notebook, model, and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Connect three tables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every source row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Make data defects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Remove untrusted text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Fine-tune a small model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Compare against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Validate every prediction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Export 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Submit the 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Executed locally with Llama 3.2 and the Mac’s Apple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the challenge asks us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Six requirements, each mapped to a visible notebook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01  Clean + merge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parsing and audited account/customer joins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02  Resist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strings excluded from the prompt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03  Use a small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Parameter count checked to be below 3B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04  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Train, save, and reload a LoRA adapter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05  Strict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Four fields validated on every 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3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06  Reproducible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Notebook, hashes, versions, audit, adapter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we actually received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implementation follows the supplied files, not just the example description.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1,000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988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 exact duplicate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8 unmatched accounts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178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 owners resolve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Missing metadata exists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124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fraud-label column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transaction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checks: 27 unusable amounts and 75 unusable timestamps among unique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Three tables become one safe feature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Left joins preserve transactions even when an account or customer cannot be 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behavioral signals</a:t>
            </a:r>
          </a:p>
        </p:txBody>
      </p:sp>
      <p:sp>
        <p:nvSpPr>
          <p:cNvPr id="10" name="Chevron 9"/>
          <p:cNvSpPr/>
          <p:nvPr/>
        </p:nvSpPr>
        <p:spPr>
          <a:xfrm>
            <a:off x="4023360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743200"/>
            <a:ext cx="310896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611880"/>
            <a:ext cx="274320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Resolve customer owner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Audit conflicts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Check linkage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Exclude personal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7D80"/>
                </a:solidFill>
                <a:latin typeface="Aptos"/>
              </a:defRPr>
            </a:pPr>
            <a:r>
              <a:t>988 decisions → map exact duplicates back → 1,000 output rows in original order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pipeline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Every stage has an explicit output and a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CSVs</a:t>
            </a:r>
          </a:p>
        </p:txBody>
      </p:sp>
      <p:sp>
        <p:nvSpPr>
          <p:cNvPr id="10" name="Chevron 9"/>
          <p:cNvSpPr/>
          <p:nvPr/>
        </p:nvSpPr>
        <p:spPr>
          <a:xfrm>
            <a:off x="231343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460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Nulls + flags</a:t>
            </a:r>
          </a:p>
        </p:txBody>
      </p:sp>
      <p:sp>
        <p:nvSpPr>
          <p:cNvPr id="14" name="Chevron 13"/>
          <p:cNvSpPr/>
          <p:nvPr/>
        </p:nvSpPr>
        <p:spPr>
          <a:xfrm>
            <a:off x="423367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Linked records</a:t>
            </a:r>
          </a:p>
        </p:txBody>
      </p:sp>
      <p:sp>
        <p:nvSpPr>
          <p:cNvPr id="18" name="Chevron 17"/>
          <p:cNvSpPr/>
          <p:nvPr/>
        </p:nvSpPr>
        <p:spPr>
          <a:xfrm>
            <a:off x="615391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Restrict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features</a:t>
            </a:r>
          </a:p>
        </p:txBody>
      </p:sp>
      <p:sp>
        <p:nvSpPr>
          <p:cNvPr id="22" name="Chevron 21"/>
          <p:cNvSpPr/>
          <p:nvPr/>
        </p:nvSpPr>
        <p:spPr>
          <a:xfrm>
            <a:off x="807415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SLM</a:t>
            </a:r>
          </a:p>
        </p:txBody>
      </p:sp>
      <p:sp>
        <p:nvSpPr>
          <p:cNvPr id="26" name="Chevron 25"/>
          <p:cNvSpPr/>
          <p:nvPr/>
        </p:nvSpPr>
        <p:spPr>
          <a:xfrm>
            <a:off x="999439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955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66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0324B"/>
                </a:solidFill>
                <a:latin typeface="Aptos"/>
              </a:defRPr>
            </a:pPr>
            <a:r>
              <a:t>Audit files explain what changed; the model never receives raw notes or names.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Prompt injection is stopped before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Untrusted data cannot become model instructions through raw text fields.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108960" cy="246888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“Ignore instructions…”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Merchant names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Notes and identifiers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ALLOWLIST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Known feature keys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Bounded numbers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Booleans or null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Fixed system instruction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JSON features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raw text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How the small model makes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Use behavioral combinations, then compare the likelihood of SAFE and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EXAMPLE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New device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Foreign transaction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Amount 12× usual average</a:t>
            </a:r>
          </a:p>
        </p:txBody>
      </p:sp>
      <p:sp>
        <p:nvSpPr>
          <p:cNvPr id="10" name="Chevron 9"/>
          <p:cNvSpPr/>
          <p:nvPr/>
        </p:nvSpPr>
        <p:spPr>
          <a:xfrm>
            <a:off x="411480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SMALL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Llama 3.2 1B Instruct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4-bit MLX conversion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Two candidate answers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Higher-scoring class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Uncalibrated confidence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Evidence-based sentence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596B82"/>
                </a:solidFill>
                <a:latin typeface="Aptos"/>
              </a:defRPr>
            </a:pPr>
            <a:r>
              <a:t>Example only — this slide is not a measured model prediction.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Fine-tuning changes a small adapter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QLoRA keeps the quantized base model fixed and trains additional adapter weights.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BASE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Existing language knowledge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weights remain fixed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 baseline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42900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007D80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LoRA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512 synthetic scenarios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short training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 and reload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TUNED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Same evaluation cases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Measured comparison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Improvement not assumed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our evaluation can honestly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No transaction fraud labels were included in the starter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JSON validity and coverage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Injection boundary behavior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Synthetic scenario agreement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Runtime and training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CANNOT CLAIM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Real-world fraud accuracy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True fraud precision or recall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Calibrated probabilities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Guaranteed tuning improvement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output contract is deliberately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Python produces the JSON; the model supplies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{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"transaction_id": "TXN_00001",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"is_fraud": true,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"confidence": 0.92,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"justification": "The model flags risk after considering a new device."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96B82"/>
                </a:solidFill>
                <a:latin typeface="Aptos"/>
              </a:defRPr>
            </a:pPr>
            <a:r>
              <a:t>Illustrative output only. Validation checks exact keys, types, finite confidence, and row coverage.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entire run happens on this Mac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Apple MLX executes model training and inference locally; no cloud GPU is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REPRODUCE 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Open the executed notebook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Use a Python 3.11+ kernel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data/raw beside it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 cells from top to bottom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APPLE SILICON MAC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Apple GPU backend: MLX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16 GB unified memory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Local pinned Llama weights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QLoRA adapter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Submission: show the evidence, 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final package should make the solution easy to run and inspect.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Executed cells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Clear assumptions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Reproducible 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PREDICTIONS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row order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Unique-ID alternative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Data audit + file hashes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Evaluation + environment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LoRA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Before submitting: run all cells, inspect evaluation.json, then save the executed notebook.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Measured results from the local Llama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These are recorded run results; synthetic agreement is not real fraud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+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1.24B base parameters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QLoRA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122 seconds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EIGHT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agreement: 50%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agreement: 62%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Adapter reload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VALIDATED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1,000 JSON records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Exact schema checked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input order retained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596B82"/>
                </a:solidFill>
                <a:latin typeface="Aptos"/>
              </a:defRPr>
            </a:pPr>
            <a:r>
              <a:t>Separate 128-case synthetic holdout: 50.0% base → 75.0% tuned; real accuracy unknown.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